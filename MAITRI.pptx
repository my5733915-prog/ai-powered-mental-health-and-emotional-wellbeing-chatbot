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00005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96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115145"/>
            <a:ext cx="74159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8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MAITRI 🩵</a:t>
            </a:r>
            <a:endParaRPr lang="en-US" sz="8600" dirty="0"/>
          </a:p>
        </p:txBody>
      </p:sp>
      <p:sp>
        <p:nvSpPr>
          <p:cNvPr id="4" name="Text 1"/>
          <p:cNvSpPr/>
          <p:nvPr/>
        </p:nvSpPr>
        <p:spPr>
          <a:xfrm>
            <a:off x="6350437" y="3857030"/>
            <a:ext cx="74159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Assistant for Psychological &amp; Physical Well-Being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350437" y="5324356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Empowering emotional health through intelligent face, voice, and chat analysis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06617"/>
            <a:ext cx="117418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Meet MAITRI – Your Empathetic AI Companion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809518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MAITRI?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4037" y="3467814"/>
            <a:ext cx="6150054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MAITRI is an AI-powered emotional wellness assistant that understands your feelings through multiple channels – your facial expressions, voice tone, and written words. It responds with warmth and empathy, like a caring friend who's always there to listen.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665232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Technologies: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Flask | Gemini 2.5 Flash | OpenCV | SpeechRecognition | DeepFace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809518"/>
            <a:ext cx="425910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Multi-Modal Understanding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3929" y="346781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MAITRI analyzes emotions through: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085034"/>
            <a:ext cx="6150054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🎭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Facial expressions captured via webcam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581644"/>
            <a:ext cx="6150054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🎙️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Voice tone and pitch from microphone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078254"/>
            <a:ext cx="6150054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💬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Text sentiment from chat messages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710714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interaction is met with compassionate, personalized Hinglish responses that truly understand you.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926" y="582097"/>
            <a:ext cx="8306514" cy="587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Growing Mental Health Challenge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40926" y="1593413"/>
            <a:ext cx="6468428" cy="2752725"/>
          </a:xfrm>
          <a:prstGeom prst="roundRect">
            <a:avLst>
              <a:gd name="adj" fmla="val 11536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479" y="1827967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16FFB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144" y="2002631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5479" y="2674739"/>
            <a:ext cx="302680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Rising Mental Health Issues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5479" y="3095744"/>
            <a:ext cx="5999321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today's fast-paced world, stress, anxiety, and loneliness are becoming increasingly common. The pressure of modern life leaves many feeling overwhelmed and isolated.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1047" y="1593413"/>
            <a:ext cx="6468428" cy="2752725"/>
          </a:xfrm>
          <a:prstGeom prst="roundRect">
            <a:avLst>
              <a:gd name="adj" fmla="val 11536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55600" y="1827967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29DD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0264" y="2002631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600" y="2674739"/>
            <a:ext cx="339447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Difficulty Expressing Emotions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655600" y="3095744"/>
            <a:ext cx="5999321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Many individuals struggle to articulate their feelings or find it uncomfortable to seek help from others, leading to suppressed emotions and worsening mental states.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40926" y="4557832"/>
            <a:ext cx="6468428" cy="3091339"/>
          </a:xfrm>
          <a:prstGeom prst="roundRect">
            <a:avLst>
              <a:gd name="adj" fmla="val 1027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75479" y="4792385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37A7E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0144" y="4967049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5479" y="5639157"/>
            <a:ext cx="2893100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Lack of Real-Time Support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975479" y="6060162"/>
            <a:ext cx="5999321" cy="135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Traditional support systems often lack immediate availability. There's a critical need for accessible, real-time emotional support that understands human emotions naturally and responds instantly.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21047" y="4557832"/>
            <a:ext cx="6468428" cy="3091339"/>
          </a:xfrm>
          <a:prstGeom prst="roundRect">
            <a:avLst>
              <a:gd name="adj" fmla="val 10272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55600" y="4792385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09123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0264" y="4967049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600" y="5639157"/>
            <a:ext cx="2527935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Need for Empathetic AI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7655600" y="6060162"/>
            <a:ext cx="5999321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What's missing is an AI-based companion that doesn't just analyze data, but truly listens, understands, and responds with genuine empathy – like a trusted friend who's always available.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1046202"/>
            <a:ext cx="12947213" cy="59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Mission: Bridging Technology &amp; Emotional Intelligence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47474" y="2066449"/>
            <a:ext cx="213479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7474" y="2398871"/>
            <a:ext cx="4236125" cy="3048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747474" y="2566511"/>
            <a:ext cx="3926205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Develop an Empathetic AI Assistant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7474" y="2991207"/>
            <a:ext cx="4236125" cy="1708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MAITRI as a sophisticated AI-powered emotional wellness companion that genuinely understands and responds to human emotions across multiple communication channels.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97078" y="2066449"/>
            <a:ext cx="213479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7078" y="2398871"/>
            <a:ext cx="4236125" cy="3048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5197078" y="2566511"/>
            <a:ext cx="3458408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Multi-Modal Emotion Detection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197078" y="2991207"/>
            <a:ext cx="4236125" cy="1708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 advanced detection systems that accurately identify emotional states through facial expressions, voice tone analysis, and text sentiment – providing a comprehensive understanding of user feelings.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46682" y="2066449"/>
            <a:ext cx="213479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46682" y="2398871"/>
            <a:ext cx="4236125" cy="3048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682" y="2566511"/>
            <a:ext cx="391120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Human-Like Empathetic Responses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646682" y="2991207"/>
            <a:ext cx="4236125" cy="1708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 warm, understanding responses in natural Hinglish that resonate with users emotionally, making them feel heard, validated, and supported in their emotional journey.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7474" y="5073372"/>
            <a:ext cx="213479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7474" y="5405795"/>
            <a:ext cx="6460927" cy="3048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747474" y="5573435"/>
            <a:ext cx="4663321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Personalized Wellness Recommendations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47474" y="5998131"/>
            <a:ext cx="6460927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Offer tailored motivational quotes, soothing music suggestions, and practical relaxation techniques based on the detected emotional state to help users navigate their feelings effectively.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21880" y="5073372"/>
            <a:ext cx="213479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21880" y="5405795"/>
            <a:ext cx="6460927" cy="3048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1" name="Text 19"/>
          <p:cNvSpPr/>
          <p:nvPr/>
        </p:nvSpPr>
        <p:spPr>
          <a:xfrm>
            <a:off x="7421880" y="5573435"/>
            <a:ext cx="3414117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Bridge Technology &amp; Humanity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421880" y="5998131"/>
            <a:ext cx="6460927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a seamless integration between cutting-edge AI technology and emotional intelligence, making mental wellness support accessible, immediate, and genuinely helpful for everyone.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61" y="609600"/>
            <a:ext cx="3821668" cy="477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MAITRI Works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61" y="1538526"/>
            <a:ext cx="4426506" cy="44265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55563" y="1517094"/>
            <a:ext cx="3852743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Intelligent Emotion Processing Flow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563" y="1997035"/>
            <a:ext cx="859869" cy="10317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87358" y="2168962"/>
            <a:ext cx="1910834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 Capture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87358" y="2579727"/>
            <a:ext cx="754868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expresses emotion through face (webcam), voice (microphone), or text (chat interface)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563" y="3028831"/>
            <a:ext cx="859869" cy="13046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87358" y="3200757"/>
            <a:ext cx="1910834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487358" y="3611523"/>
            <a:ext cx="754868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2.5 Flash processes the emotional tone, context, and underlying sentiment with advanced understanding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563" y="4333518"/>
            <a:ext cx="859869" cy="13046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87358" y="4505444"/>
            <a:ext cx="1940719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Empathetic Response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487358" y="4916210"/>
            <a:ext cx="754868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MAITRI generates a warm, caring Hinglish response that acknowledges and validates the user's feelings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563" y="5638205"/>
            <a:ext cx="859869" cy="130468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87358" y="5810131"/>
            <a:ext cx="2327553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Personalized Suggestions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487358" y="6220897"/>
            <a:ext cx="754868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Offers mood-appropriate content: calming music, motivational quotes, or relaxation tips tailored to the emotional state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01861" y="7329607"/>
            <a:ext cx="134266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16FFBB"/>
                </a:highlight>
                <a:latin typeface="Barlow" pitchFamily="34" charset="0"/>
                <a:ea typeface="Barlow" pitchFamily="34" charset="-122"/>
                <a:cs typeface="Barlow" pitchFamily="34" charset="-120"/>
              </a:rPr>
              <a:t>Output includes: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Emotion label + Detailed reasoning + Empathetic response + Personalized wellness suggestion </a:t>
            </a: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🌈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164" y="720209"/>
            <a:ext cx="9274493" cy="58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 Powerful Emotion Analysis Modules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41164" y="1731883"/>
            <a:ext cx="4241483" cy="5777389"/>
          </a:xfrm>
          <a:prstGeom prst="roundRect">
            <a:avLst>
              <a:gd name="adj" fmla="val 748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4024" y="1754743"/>
            <a:ext cx="4195763" cy="635198"/>
          </a:xfrm>
          <a:prstGeom prst="roundRect">
            <a:avLst>
              <a:gd name="adj" fmla="val 45689"/>
            </a:avLst>
          </a:prstGeom>
          <a:solidFill>
            <a:srgbClr val="0A081B"/>
          </a:solidFill>
          <a:ln/>
        </p:spPr>
      </p:sp>
      <p:sp>
        <p:nvSpPr>
          <p:cNvPr id="5" name="Text 3"/>
          <p:cNvSpPr/>
          <p:nvPr/>
        </p:nvSpPr>
        <p:spPr>
          <a:xfrm>
            <a:off x="2703076" y="1862376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75717" y="2601635"/>
            <a:ext cx="294977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Face Emotion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5717" y="3081457"/>
            <a:ext cx="3772376" cy="237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Using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OpenCV and DeepFace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MAITRI captures and analyzes facial expressions in real-time through your webcam. It accurately recognizes seven core emotions: happiness, sadness, anger, fear, surprise, disgust, and neutral states.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5717" y="5580459"/>
            <a:ext cx="3772376" cy="169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 displays detected emotions instantly with intuitive emoji overlays, providing immediate visual feedback about your emotional state with remarkable accuracy.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94340" y="1731883"/>
            <a:ext cx="4241602" cy="5777389"/>
          </a:xfrm>
          <a:prstGeom prst="roundRect">
            <a:avLst>
              <a:gd name="adj" fmla="val 748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7200" y="1754743"/>
            <a:ext cx="4195882" cy="635198"/>
          </a:xfrm>
          <a:prstGeom prst="roundRect">
            <a:avLst>
              <a:gd name="adj" fmla="val 45689"/>
            </a:avLst>
          </a:prstGeom>
          <a:solidFill>
            <a:srgbClr val="0A081B"/>
          </a:solidFill>
          <a:ln/>
        </p:spPr>
      </p:sp>
      <p:sp>
        <p:nvSpPr>
          <p:cNvPr id="11" name="Text 9"/>
          <p:cNvSpPr/>
          <p:nvPr/>
        </p:nvSpPr>
        <p:spPr>
          <a:xfrm>
            <a:off x="7156371" y="1862376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428893" y="2601635"/>
            <a:ext cx="3067645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Voice Emotion Analysis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8893" y="3081457"/>
            <a:ext cx="3772495" cy="169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MAITRI listens to your voice through the microphone, capturing subtle nuances in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tone, pitch, energy, and speaking patterns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that reveal hidden emotional states often missed in words alone.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428893" y="4902756"/>
            <a:ext cx="3772495" cy="237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Using Gemini's sophisticated language model, it analyzes these vocal characteristics to understand your true feelings, then responds with motivational messages, calming reassurance, or energetic encouragement based on what you need.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647634" y="1731883"/>
            <a:ext cx="4241602" cy="5777389"/>
          </a:xfrm>
          <a:prstGeom prst="roundRect">
            <a:avLst>
              <a:gd name="adj" fmla="val 748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70494" y="1754743"/>
            <a:ext cx="4195882" cy="635198"/>
          </a:xfrm>
          <a:prstGeom prst="roundRect">
            <a:avLst>
              <a:gd name="adj" fmla="val 45689"/>
            </a:avLst>
          </a:prstGeom>
          <a:solidFill>
            <a:srgbClr val="0A081B"/>
          </a:solidFill>
          <a:ln/>
        </p:spPr>
      </p:sp>
      <p:sp>
        <p:nvSpPr>
          <p:cNvPr id="17" name="Text 15"/>
          <p:cNvSpPr/>
          <p:nvPr/>
        </p:nvSpPr>
        <p:spPr>
          <a:xfrm>
            <a:off x="11609665" y="1862376"/>
            <a:ext cx="31754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882188" y="2601635"/>
            <a:ext cx="2963108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 Emotion Analysis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882188" y="3081457"/>
            <a:ext cx="3772495" cy="169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Through advanced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sentiment analysis and contextual understanding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MAITRI reads between the lines of your typed messages, picking up on emotional undertones and implicit feelings.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82188" y="4902756"/>
            <a:ext cx="3772495" cy="2033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responds in a warm, conversational Hinglish tone that feels natural and friendly, demonstrating emotional awareness that makes you feel genuinely understood and supported in every conversation.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629" y="512921"/>
            <a:ext cx="6782753" cy="51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Features That Make MAITRI Special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29" y="1402318"/>
            <a:ext cx="558522" cy="5585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1629" y="2193488"/>
            <a:ext cx="217384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Multi-Modal Detection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1629" y="2563773"/>
            <a:ext cx="6547247" cy="89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Comprehensive emotion understanding through simultaneous analysis of facial expressions, voice tone, and text sentiment – providing a complete picture of your emotional state.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524" y="1402318"/>
            <a:ext cx="558522" cy="5585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1524" y="2193488"/>
            <a:ext cx="234934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AI Processing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31524" y="2563773"/>
            <a:ext cx="6547247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Powered by Gemini 2.5 Flash for sophisticated emotional reasoning and response generation that truly understands context and nuance.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29" y="3829764"/>
            <a:ext cx="558522" cy="5585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1629" y="4620935"/>
            <a:ext cx="2068830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Hinglish Empathy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51629" y="4991219"/>
            <a:ext cx="6547247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Responds in natural, warm Hinglish that resonates culturally and emotionally – like talking to a caring friend who truly gets you.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1524" y="3829764"/>
            <a:ext cx="558522" cy="5585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1524" y="4620935"/>
            <a:ext cx="2488525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Mood-Based Suggestions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431524" y="4991219"/>
            <a:ext cx="6547247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Personalized recommendations including soothing music, uplifting quotes, and practical relaxation techniques tailored to your current emotional state.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629" y="5959316"/>
            <a:ext cx="558522" cy="5585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1629" y="6750487"/>
            <a:ext cx="2068830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Beautiful Interface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51629" y="7120771"/>
            <a:ext cx="6547247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Friendly, minimalistic UI with a stunning neon futuristic theme and glassmorphic design that's both calming and visually appealing.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1524" y="5959316"/>
            <a:ext cx="558522" cy="5585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1524" y="6750487"/>
            <a:ext cx="2068830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Analysis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431524" y="7120771"/>
            <a:ext cx="6547247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Lightning-fast processing with Flask backend and JSON-based output, delivering emotional insights and responses in under 5 seconds.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59" y="339447"/>
            <a:ext cx="29406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Technical Architecture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31959" y="990838"/>
            <a:ext cx="1645920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 Layer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31959" y="1319808"/>
            <a:ext cx="434125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Technologies: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HTML5, CSS3, JavaScript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1959" y="1628418"/>
            <a:ext cx="4341257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glassmorphic interface with smooth animations and intuitive controls. Seamlessly captures webcam, microphone, and text inputs.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9" y="2162294"/>
            <a:ext cx="4341257" cy="43412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81826" y="990838"/>
            <a:ext cx="1645920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 Server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81826" y="1319808"/>
            <a:ext cx="434125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Framework: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Flask (Python)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81826" y="1628418"/>
            <a:ext cx="4341257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Robust server handling real-time requests, processing multiple emotion inputs, and managing AI model communications efficiently.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826" y="2162294"/>
            <a:ext cx="4341257" cy="43412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31693" y="990838"/>
            <a:ext cx="1645920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Models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731693" y="1319808"/>
            <a:ext cx="448187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2.5 Flash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– Emotion reasoning &amp; response generation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731693" y="1560433"/>
            <a:ext cx="448187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DeepFace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– Facial emotion detection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731693" y="1801058"/>
            <a:ext cx="448187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SpeechRecognition + PyAudio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– Voice analysis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693" y="2137410"/>
            <a:ext cx="4481870" cy="448187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1959" y="6958632"/>
            <a:ext cx="13766483" cy="22979"/>
          </a:xfrm>
          <a:prstGeom prst="rect">
            <a:avLst/>
          </a:prstGeom>
          <a:solidFill>
            <a:srgbClr val="E0E4E6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431959" y="7166729"/>
            <a:ext cx="1784033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Flow Architecture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31959" y="7557492"/>
            <a:ext cx="6821567" cy="370284"/>
          </a:xfrm>
          <a:prstGeom prst="roundRect">
            <a:avLst>
              <a:gd name="adj" fmla="val 480062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750112" y="762690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5308" y="8051125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55308" y="8296632"/>
            <a:ext cx="657486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Face/Voice/Text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376874" y="7557492"/>
            <a:ext cx="6821567" cy="370284"/>
          </a:xfrm>
          <a:prstGeom prst="roundRect">
            <a:avLst>
              <a:gd name="adj" fmla="val 480062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95027" y="762690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500223" y="8051125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Emotion Detection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500223" y="8296632"/>
            <a:ext cx="657486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Processing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31959" y="8740854"/>
            <a:ext cx="6821567" cy="370284"/>
          </a:xfrm>
          <a:prstGeom prst="roundRect">
            <a:avLst>
              <a:gd name="adj" fmla="val 480062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50112" y="8810268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555308" y="9234488"/>
            <a:ext cx="13798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Response Generation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55308" y="9479994"/>
            <a:ext cx="657486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Empathetic Output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376874" y="8740854"/>
            <a:ext cx="6821567" cy="370284"/>
          </a:xfrm>
          <a:prstGeom prst="roundRect">
            <a:avLst>
              <a:gd name="adj" fmla="val 480062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695027" y="8810268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7500223" y="9234488"/>
            <a:ext cx="1390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Personalized Support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500223" y="9479994"/>
            <a:ext cx="657486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Suggestions Delivered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556" y="586502"/>
            <a:ext cx="5756434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Proven Results &amp; Performance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35556" y="1453872"/>
            <a:ext cx="2472928" cy="59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863084" y="2279928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 Modalities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5556" y="2641044"/>
            <a:ext cx="2472928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Successfully detects emotions from face, voice, and text with high accuracy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35417" y="1453872"/>
            <a:ext cx="2473047" cy="59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&lt;5s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3563064" y="2279928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Response Time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335417" y="2641044"/>
            <a:ext cx="2473047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Generates emotion-aware Hinglish responses in under 5 seconds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397" y="1453872"/>
            <a:ext cx="2473047" cy="59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100%</a:t>
            </a:r>
            <a:endParaRPr lang="en-US" sz="4700" dirty="0"/>
          </a:p>
        </p:txBody>
      </p:sp>
      <p:sp>
        <p:nvSpPr>
          <p:cNvPr id="11" name="Text 8"/>
          <p:cNvSpPr/>
          <p:nvPr/>
        </p:nvSpPr>
        <p:spPr>
          <a:xfrm>
            <a:off x="6263045" y="2279928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Web Compatible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035397" y="2641044"/>
            <a:ext cx="2473047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Works smoothly across modern browsers using webcam and microphone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556" y="3898344"/>
            <a:ext cx="2421255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Achievements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35556" y="4382572"/>
            <a:ext cx="3714988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Real-time emotion detection with minimal latency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5556" y="5034677"/>
            <a:ext cx="3714988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Highly accurate sentiment analysis across all input types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56" y="5686782"/>
            <a:ext cx="3714988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Natural, culturally-relevant Hinglish responses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5556" y="6338888"/>
            <a:ext cx="3714988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Instant personalized emotional feedback and support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5556" y="6990993"/>
            <a:ext cx="3714988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Seamless integration of multiple AI models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01076" y="3898344"/>
            <a:ext cx="2421255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Live Demonstration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801076" y="4382572"/>
            <a:ext cx="3714988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MAITRI has been successfully demonstrated in real-time scenarios, showcasing the AI's </a:t>
            </a:r>
            <a:r>
              <a:rPr lang="en-US" sz="1400" b="1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human-like empathy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ability to provide genuine emotional support.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01076" y="5707975"/>
            <a:ext cx="3714988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report feeling understood, validated, and supported – exactly what an emotional wellness companion should deliver.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135" y="691753"/>
            <a:ext cx="3245763" cy="40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Future of MAITRI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1135" y="1389459"/>
            <a:ext cx="13608129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envision MAITRI evolving into a comprehensive emotional wellness ecosystem that reaches more people and provides even deeper support.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7225" y="2006560"/>
            <a:ext cx="145971" cy="657106"/>
          </a:xfrm>
          <a:prstGeom prst="roundRect">
            <a:avLst>
              <a:gd name="adj" fmla="val 150094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135" y="1910715"/>
            <a:ext cx="438150" cy="438150"/>
          </a:xfrm>
          <a:prstGeom prst="roundRect">
            <a:avLst>
              <a:gd name="adj" fmla="val 104348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673" y="2020253"/>
            <a:ext cx="219075" cy="219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5256" y="1933456"/>
            <a:ext cx="1852136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Multi-Language Support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95256" y="2223849"/>
            <a:ext cx="13024009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Expanding emotion understanding beyond Hinglish to include Hindi, English, and regional Indian languages – making MAITRI accessible to diverse communities across India.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6300" y="3028831"/>
            <a:ext cx="145971" cy="657106"/>
          </a:xfrm>
          <a:prstGeom prst="roundRect">
            <a:avLst>
              <a:gd name="adj" fmla="val 150094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0210" y="2932986"/>
            <a:ext cx="438150" cy="438150"/>
          </a:xfrm>
          <a:prstGeom prst="roundRect">
            <a:avLst>
              <a:gd name="adj" fmla="val 104348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748" y="3042523"/>
            <a:ext cx="219075" cy="219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4331" y="2955727"/>
            <a:ext cx="174093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 App Integration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14331" y="3246120"/>
            <a:ext cx="12804934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Developing native MAITRI mobile applications using Flutter or React Native, bringing emotional wellness support to smartphones for anytime, anywhere access.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95375" y="4051102"/>
            <a:ext cx="145971" cy="657106"/>
          </a:xfrm>
          <a:prstGeom prst="roundRect">
            <a:avLst>
              <a:gd name="adj" fmla="val 150094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9285" y="3955256"/>
            <a:ext cx="438150" cy="438150"/>
          </a:xfrm>
          <a:prstGeom prst="roundRect">
            <a:avLst>
              <a:gd name="adj" fmla="val 104348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823" y="4064794"/>
            <a:ext cx="219075" cy="219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3406" y="3977997"/>
            <a:ext cx="2272784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Voice-to-Voice Conversations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533406" y="4268391"/>
            <a:ext cx="12585859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Implementing advanced text-to-speech capabilities for natural voice-based interactions, creating truly conversational AI experiences that feel more human.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314450" y="5073372"/>
            <a:ext cx="145971" cy="657106"/>
          </a:xfrm>
          <a:prstGeom prst="roundRect">
            <a:avLst>
              <a:gd name="adj" fmla="val 150094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68360" y="4977527"/>
            <a:ext cx="438150" cy="438150"/>
          </a:xfrm>
          <a:prstGeom prst="roundRect">
            <a:avLst>
              <a:gd name="adj" fmla="val 104348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7898" y="5087064"/>
            <a:ext cx="219075" cy="219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2481" y="5000268"/>
            <a:ext cx="2057757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Mood Analytics Dashboard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752481" y="5290661"/>
            <a:ext cx="12366784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comprehensive mood tracking and analytics tools to help users understand their emotional patterns over time and identify triggers for better self-awareness.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095375" y="6095643"/>
            <a:ext cx="145971" cy="657106"/>
          </a:xfrm>
          <a:prstGeom prst="roundRect">
            <a:avLst>
              <a:gd name="adj" fmla="val 150094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49285" y="5999798"/>
            <a:ext cx="438150" cy="438150"/>
          </a:xfrm>
          <a:prstGeom prst="roundRect">
            <a:avLst>
              <a:gd name="adj" fmla="val 104348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823" y="6109335"/>
            <a:ext cx="219075" cy="219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3406" y="6022538"/>
            <a:ext cx="201656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Crisis Detection &amp; Support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533406" y="6312932"/>
            <a:ext cx="12585859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Developing intelligent crisis alert systems that recognize signs of severe distress and provide immediate connections to mental health professionals and emergency support resources.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11135" y="6917174"/>
            <a:ext cx="13608129" cy="620554"/>
          </a:xfrm>
          <a:prstGeom prst="roundRect">
            <a:avLst>
              <a:gd name="adj" fmla="val 35306"/>
            </a:avLst>
          </a:prstGeom>
          <a:solidFill>
            <a:srgbClr val="004D36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106" y="7139464"/>
            <a:ext cx="182523" cy="14597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5599" y="7099578"/>
            <a:ext cx="1298769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Vision: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make empathetic AI-driven mental wellness support accessible to millions, reducing the stigma around mental health and ensuring no one faces emotional challenges alone. 🩵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1297</Words>
  <Application>Microsoft Office PowerPoint</Application>
  <PresentationFormat>Custom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Spline Sans Light</vt:lpstr>
      <vt:lpstr>Arial</vt:lpstr>
      <vt:lpstr>Barlow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Ravindra Kumar Shriwas</cp:lastModifiedBy>
  <cp:revision>2</cp:revision>
  <dcterms:created xsi:type="dcterms:W3CDTF">2025-10-20T16:33:46Z</dcterms:created>
  <dcterms:modified xsi:type="dcterms:W3CDTF">2025-10-20T16:39:01Z</dcterms:modified>
</cp:coreProperties>
</file>